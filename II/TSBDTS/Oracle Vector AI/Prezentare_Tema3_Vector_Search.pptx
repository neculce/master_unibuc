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F39C1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E74C3C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55448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 de Recomandare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Filme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folosind Oracle AI Vector Search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520" y="3840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 – Recomandare de produse sau conținut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4297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Topici Speciale în Baze de Date și Tehnologii Web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E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eșuează căutarea clasică?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solidFill>
            <a:srgbClr val="1B245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54864" cy="9144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459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Mismatch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Utilizatorul cauta 'film emotionant despre familie' dar descrierile zic 'drama intimista despre relatii parentale'.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7680960" cy="914400"/>
          </a:xfrm>
          <a:prstGeom prst="rect">
            <a:avLst/>
          </a:prstGeom>
          <a:solidFill>
            <a:srgbClr val="1B245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651760"/>
            <a:ext cx="54864" cy="91440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7432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30632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Filmele noi sau utilizatorii noi nu au istoric - filtrarea colaborativa nu functioneaza.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solidFill>
            <a:srgbClr val="1B245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749040"/>
            <a:ext cx="54864" cy="9144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8404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Lipsa Semanticii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41605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Filme cu teme similare dar descrise diferit nu sunt conectate de cautarea traditionala.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solidFill>
            <a:srgbClr val="F39C12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572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Soluția: Oracle AI Vector Search – recomandări bazate pe sens, nu pe cuvinte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Cum funcționează?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2560320"/>
          </a:xfrm>
          <a:prstGeom prst="rect">
            <a:avLst/>
          </a:prstGeom>
          <a:solidFill>
            <a:srgbClr val="1B245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4630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Generare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85800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Descrierea filmului → vector de 384 numere (amprentă semantică)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474720" y="1280160"/>
            <a:ext cx="2560320" cy="2560320"/>
          </a:xfrm>
          <a:prstGeom prst="rect">
            <a:avLst/>
          </a:prstGeom>
          <a:solidFill>
            <a:srgbClr val="1B245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46304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11880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Stocare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Oracle DB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611880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Vectorii se stochează alături de datele existente (tip VECTOR)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0" y="1280160"/>
            <a:ext cx="2560320" cy="2560320"/>
          </a:xfrm>
          <a:prstGeom prst="rect">
            <a:avLst/>
          </a:prstGeom>
          <a:solidFill>
            <a:srgbClr val="1B245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46304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37960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Căutare prin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Similaritate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537960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VECTOR_DISTANCE (COSINE) găsește cele mai apropiate filme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31520" y="4114800"/>
            <a:ext cx="7680960" cy="777240"/>
          </a:xfrm>
          <a:prstGeom prst="rect">
            <a:avLst/>
          </a:prstGeom>
          <a:solidFill>
            <a:srgbClr val="1B245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31520" y="4114800"/>
            <a:ext cx="54864" cy="77724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7" name="Text 12"/>
          <p:cNvSpPr/>
          <p:nvPr/>
        </p:nvSpPr>
        <p:spPr>
          <a:xfrm>
            <a:off x="1005840" y="416052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Ideea cheie: Filmele cu descrieri similare ca sens ajung aproape în spațiul vectorial, chiar dacă folosesc cuvinte diferite.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Arhitectura Soluției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0" y="1188720"/>
            <a:ext cx="3657600" cy="777240"/>
          </a:xfrm>
          <a:prstGeom prst="rect">
            <a:avLst/>
          </a:prstGeom>
          <a:solidFill>
            <a:srgbClr val="1B2450"/>
          </a:solidFill>
          <a:ln w="254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926080" y="1234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Interfață Web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(Flask + HTML/JS)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0" y="2377440"/>
            <a:ext cx="5486400" cy="777240"/>
          </a:xfrm>
          <a:prstGeom prst="rect">
            <a:avLst/>
          </a:prstGeom>
          <a:solidFill>
            <a:srgbClr val="1B2450"/>
          </a:solidFill>
          <a:ln w="2540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4231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Python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(Flask API + sentence-transformers)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566160"/>
            <a:ext cx="7315200" cy="777240"/>
          </a:xfrm>
          <a:prstGeom prst="rect">
            <a:avLst/>
          </a:prstGeom>
          <a:solidFill>
            <a:srgbClr val="1B2450"/>
          </a:solidFill>
          <a:ln w="25400">
            <a:solidFill>
              <a:srgbClr val="3498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36118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23ai Free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+ MOVIE_VECTORS (VECTOR(384)) + HNSW Index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965960"/>
            <a:ext cx="0" cy="411480"/>
          </a:xfrm>
          <a:prstGeom prst="line">
            <a:avLst/>
          </a:prstGeom>
          <a:noFill/>
          <a:ln w="25400">
            <a:solidFill>
              <a:srgbClr val="7E8D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3154680"/>
            <a:ext cx="0" cy="411480"/>
          </a:xfrm>
          <a:prstGeom prst="line">
            <a:avLst/>
          </a:prstGeom>
          <a:noFill/>
          <a:ln w="25400">
            <a:solidFill>
              <a:srgbClr val="7E8D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572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45720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· Flask · sentence-transformers · python-oracledb · Oracle 23ai Free · HNSW Index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Modelul de Date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3840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Coloană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C4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NUMBER(10) PK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title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C4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VARCHAR2(500)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genre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C4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VARCHAR2(200)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year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C4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NUMBER(4)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description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C4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CLOB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rating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C4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NUMBER(3,1)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MOVIE_VECTORS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463040"/>
          <a:ext cx="3840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Coloană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movie_id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C4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NUMBER(10) FK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embedding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BC9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VECTOR(384, FLOAT32)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3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846320" y="2377440"/>
            <a:ext cx="3840480" cy="822960"/>
          </a:xfrm>
          <a:prstGeom prst="rect">
            <a:avLst/>
          </a:prstGeom>
          <a:solidFill>
            <a:srgbClr val="1B2450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029200" y="24231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HNSW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ORGANIZATION INMEMORY NEIGHBOR GRAPH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 COSINE · TARGET ACCURACY 95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3152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de Similaritate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31520" y="4023360"/>
            <a:ext cx="7680960" cy="9144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1" name="Text 7"/>
          <p:cNvSpPr/>
          <p:nvPr/>
        </p:nvSpPr>
        <p:spPr>
          <a:xfrm>
            <a:off x="914400" y="4069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m.title, VECTOR_DISTANCE(mv.embedding, :query_vec, COSINE) AS dist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movie_vectors mv JOIN movies m ON m.id = mv.movie_id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mv.movie_id != :mid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dist FETCH FIRST 5 ROWS ONLY;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LIVE</a:t>
            </a:r>
            <a:endParaRPr lang="en-US" sz="5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572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5603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Recomandare pe baza unui film selectat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Căutare semantică cu text liber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286000" y="3931920"/>
            <a:ext cx="4572000" cy="457200"/>
          </a:xfrm>
          <a:prstGeom prst="rect">
            <a:avLst/>
          </a:prstGeom>
          <a:solidFill>
            <a:srgbClr val="F39C12">
              <a:alpha val="1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228600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http://localhost:5000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F39C12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Concluzii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6187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188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adaugă căutare semantică fără a renunța la baza de date relațională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39112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9659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23ai stochează vectori alături de datele existente (nu e nevoie de o DB separată)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16352"/>
            <a:ext cx="411480" cy="411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71600" y="27432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(all-MiniLM-L6-v2) captează sensul textului în 384 dimensiuni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93592"/>
            <a:ext cx="411480" cy="411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71600" y="35204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index + COSINE distance → recomandări rapide și relevante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0" y="4114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Întrebări?</a:t>
            </a:r>
            <a:endParaRPr lang="en-US" sz="28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4709160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749040" y="4709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github.com/&lt;your-team&gt;/movie-recommender-vector-search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de Recomandare de Filme – Oracle AI Vector Search</dc:title>
  <dc:subject>PptxGenJS Presentation</dc:subject>
  <dc:creator>Echipa Proiect TSBDTW</dc:creator>
  <cp:lastModifiedBy>Echipa Proiect TSBDTW</cp:lastModifiedBy>
  <cp:revision>1</cp:revision>
  <dcterms:created xsi:type="dcterms:W3CDTF">2026-04-20T12:22:11Z</dcterms:created>
  <dcterms:modified xsi:type="dcterms:W3CDTF">2026-04-20T12:22:11Z</dcterms:modified>
</cp:coreProperties>
</file>